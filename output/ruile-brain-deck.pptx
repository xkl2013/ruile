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5e8ebb7184f6d" /><Relationship Type="http://schemas.openxmlformats.org/officeDocument/2006/relationships/extended-properties" Target="/docProps/app.xml" Id="R52fdbe1fa03f4768" /><Relationship Type="http://schemas.openxmlformats.org/officeDocument/2006/relationships/officeDocument" Target="/ppt/presentation.xml" Id="R9df3ad969ffb4e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bf7f6982946b5"/>
  </p:sldMasterIdLst>
  <p:notesMasterIdLst>
    <p:notesMasterId xmlns:r="http://schemas.openxmlformats.org/officeDocument/2006/relationships" r:id="Rc4dfee2631164100"/>
  </p:notesMasterIdLst>
  <p:sldIdLst>
    <p:sldId xmlns:r="http://schemas.openxmlformats.org/officeDocument/2006/relationships" id="256" r:id="R32625e746bfb4bb8"/>
    <p:sldId xmlns:r="http://schemas.openxmlformats.org/officeDocument/2006/relationships" id="257" r:id="Redf181f9257548a6"/>
    <p:sldId xmlns:r="http://schemas.openxmlformats.org/officeDocument/2006/relationships" id="258" r:id="R8c25923ffccc487a"/>
    <p:sldId xmlns:r="http://schemas.openxmlformats.org/officeDocument/2006/relationships" id="259" r:id="Rb6552c6f19fd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494b57c3946bd" /><Relationship Type="http://schemas.openxmlformats.org/officeDocument/2006/relationships/slideMaster" Target="/ppt/slideMasters/slideMaster1.xml" Id="Ra4cbf7f6982946b5" /><Relationship Type="http://schemas.openxmlformats.org/officeDocument/2006/relationships/notesMaster" Target="/ppt/notesMasters/notesMaster1.xml" Id="Rc4dfee2631164100" /><Relationship Type="http://schemas.openxmlformats.org/officeDocument/2006/relationships/presProps" Target="/ppt/presProps.xml" Id="R7189ca525bb34189" /><Relationship Type="http://schemas.openxmlformats.org/officeDocument/2006/relationships/tableStyles" Target="/ppt/tableStyles.xml" Id="R0454e10736e84e76" /><Relationship Type="http://schemas.openxmlformats.org/officeDocument/2006/relationships/slide" Target="/ppt/slides/slide1.xml" Id="R32625e746bfb4bb8" /><Relationship Type="http://schemas.openxmlformats.org/officeDocument/2006/relationships/slide" Target="/ppt/slides/slide2.xml" Id="Redf181f9257548a6" /><Relationship Type="http://schemas.openxmlformats.org/officeDocument/2006/relationships/slide" Target="/ppt/slides/slide3.xml" Id="R8c25923ffccc487a" /><Relationship Type="http://schemas.openxmlformats.org/officeDocument/2006/relationships/slide" Target="/ppt/slides/slide4.xml" Id="Rb6552c6f19fd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78cef87f8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18455456514a68" /><Relationship Type="http://schemas.openxmlformats.org/officeDocument/2006/relationships/notesMaster" Target="/ppt/notesMasters/notesMaster1.xml" Id="R62cfd7c501b847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4eb3ead36e439c" /><Relationship Type="http://schemas.openxmlformats.org/officeDocument/2006/relationships/notesMaster" Target="/ppt/notesMasters/notesMaster1.xml" Id="R14dfaa7e72e1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2f1e9d352140ed" /><Relationship Type="http://schemas.openxmlformats.org/officeDocument/2006/relationships/notesMaster" Target="/ppt/notesMasters/notesMaster1.xml" Id="Rb3725ee4f7fe44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065856951e4055" /><Relationship Type="http://schemas.openxmlformats.org/officeDocument/2006/relationships/notesMaster" Target="/ppt/notesMasters/notesMaster1.xml" Id="R2d37034f1e9741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login screenshot from the prompt.</a:t>
            </a:r>
          </a:p>
          <a:p xmlns:a="http://schemas.openxmlformats.org/drawingml/2006/main">
            <a:r>
              <a:t>-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knowledge-base home screenshot from the prompt.</a:t>
            </a:r>
          </a:p>
          <a:p xmlns:a="http://schemas.openxmlformats.org/drawingml/2006/main">
            <a:r>
              <a:t>-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screenshots of knowledge-base organization and navigation from the prompt.</a:t>
            </a:r>
          </a:p>
          <a:p xmlns:a="http://schemas.openxmlformats.org/drawingml/2006/main">
            <a:r>
              <a:t>-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screenshots from the prompt used as the final evidence strip.</a:t>
            </a:r>
          </a:p>
          <a:p xmlns:a="http://schemas.openxmlformats.org/drawingml/2006/main">
            <a:r>
              <a:t>-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fab0c103644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6e3664c6e46cd" /><Relationship Type="http://schemas.openxmlformats.org/officeDocument/2006/relationships/slideLayout" Target="/ppt/slideLayouts/slideLayout1.xml" Id="R9e3bafd170a9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bafd170a9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9064744854fff" /><Relationship Type="http://schemas.openxmlformats.org/officeDocument/2006/relationships/image" Target="/ppt/media/image.png" Id="Rbe5d26a195374928" /><Relationship Type="http://schemas.openxmlformats.org/officeDocument/2006/relationships/notesSlide" Target="/ppt/notesSlides/notesSlide1.xml" Id="R084f58fa9a7a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c239dc47400d" /><Relationship Type="http://schemas.openxmlformats.org/officeDocument/2006/relationships/image" Target="/ppt/media/image2.png" Id="R5027bdfaba6948a7" /><Relationship Type="http://schemas.openxmlformats.org/officeDocument/2006/relationships/notesSlide" Target="/ppt/notesSlides/notesSlide2.xml" Id="Re390b6e009a342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382a4b5e946fc" /><Relationship Type="http://schemas.openxmlformats.org/officeDocument/2006/relationships/image" Target="/ppt/media/image3.png" Id="R28ca0f5a2583458b" /><Relationship Type="http://schemas.openxmlformats.org/officeDocument/2006/relationships/image" Target="/ppt/media/image4.png" Id="Rcef18c82d2fe4ab0" /><Relationship Type="http://schemas.openxmlformats.org/officeDocument/2006/relationships/notesSlide" Target="/ppt/notesSlides/notesSlide3.xml" Id="Rb2e8596e69394f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a5b1f73694640" /><Relationship Type="http://schemas.openxmlformats.org/officeDocument/2006/relationships/image" Target="/ppt/media/image5.png" Id="R6540981911b84fa6" /><Relationship Type="http://schemas.openxmlformats.org/officeDocument/2006/relationships/image" Target="/ppt/media/image6.png" Id="Re8808a71a5744394" /><Relationship Type="http://schemas.openxmlformats.org/officeDocument/2006/relationships/image" Target="/ppt/media/image7.png" Id="R4cf7c8ecbdf6435c" /><Relationship Type="http://schemas.openxmlformats.org/officeDocument/2006/relationships/image" Target="/ppt/media/image8.png" Id="Rc6d2562971a94b78" /><Relationship Type="http://schemas.openxmlformats.org/officeDocument/2006/relationships/notesSlide" Target="/ppt/notesSlides/notesSlide4.xml" Id="Rd7a8379f972f42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7F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8BEE7-DE0E-404D-B460-2EEBC223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d26a195374928"/>
          <a:srcRect xmlns:a="http://schemas.openxmlformats.org/drawingml/2006/main" l="1650" t="0" r="1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EE9FF-453C-4DC6-8499-2189857E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125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集团 AI 启动宣讲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09E12-8571-49D6-B54E-BE0C0E07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C26D"/>
          </a:solidFill>
          <a:ln xmlns:a="http://schemas.openxmlformats.org/drawingml/2006/main" w="0">
            <a:solidFill>
              <a:srgbClr val="16C2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F8590-5EF9-45DB-8C3C-2B831DE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4050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睿乐大脑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38AF0-DBD8-43B1-AF64-F3E03D2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2550" b="1">
                <a:solidFill>
                  <a:srgbClr val="0F172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赋能成长，驱动增长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8A10E-BD68-4CDC-8B58-0C5DDD48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0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集团级知识库与智能辅助决策平台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036C4-9F48-430C-9ABF-D25B92B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350" b="0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让知识沉淀为能力，让 AI 转化为增长。</a:t>
            </a:r>
          </a:p>
        </p:txBody>
      </p:sp>
    </p:spTree>
    <p:extLst>
      <p:ext uri="{BB962C8B-B14F-4D97-AF65-F5344CB8AC3E}">
        <p14:creationId xmlns:p14="http://schemas.microsoft.com/office/powerpoint/2010/main" val="913693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E6985-845E-4CC7-A76C-CDDB4F9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01 / 平台定位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8C9F8-9EE2-4F1C-91FE-1F27CAF9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30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睿乐大脑是什么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7948D-97FD-4082-A7C3-23557E3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7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集团级知识库 + 智能辅助决策工具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8CE8-D487-422E-B206-CA52B65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75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把分散的经验、制度、流程和案例，整理成可检索、可复用、可判断的知识资产。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26192-D5F5-4D09-AEF4-6F85147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8FC97-6555-4E76-8F0D-95BBBB5E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知识沉淀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3E6D-26D5-49DC-8A70-910A69F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把制度、流程、案例和方法集中归档。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1B2D0-D675-4923-995B-E5F5280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FF49-96D2-485B-AEEC-0C4F1B85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快速调用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7916C-D008-4606-9E32-98006CB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文档检索 + 问答式获取，减少重复沟通。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B816F-7C6F-4F2B-862E-6DA8144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A33C2-00B2-44F0-B575-F234FE4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辅助决策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C06EF-59A4-479C-A196-40E4EEB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基于信息快速比对，支撑判断和选择。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1FE2C-F954-40D6-95DE-89DDB11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350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知识找得到，答案问得准，决策有依据。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91388-660E-4B0E-9AF8-BE3AE15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066800"/>
            <a:ext cx="6591300" cy="3562350"/>
          </a:xfrm>
          <a:prstGeom xmlns:a="http://schemas.openxmlformats.org/drawingml/2006/main" prst="roundRect">
            <a:avLst>
              <a:gd name="adj" fmla="val 6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7bdfaba6948a7"/>
          <a:srcRect xmlns:a="http://schemas.openxmlformats.org/drawingml/2006/main" l="274" t="0" r="2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066800"/>
            <a:ext cx="6591300" cy="3562350"/>
          </a:xfrm>
          <a:prstGeom xmlns:a="http://schemas.openxmlformats.org/drawingml/2006/main" prst="roundRect">
            <a:avLst>
              <a:gd name="adj" fmla="val 6952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705C0-8562-456C-A2D1-B81BB30C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659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050" b="0">
                <a:solidFill>
                  <a:srgbClr val="6B7280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知识库首页：统一管理组织知识，支持文档型和问答型知识库</a:t>
            </a:r>
          </a:p>
        </p:txBody>
      </p:sp>
    </p:spTree>
    <p:extLst>
      <p:ext uri="{BB962C8B-B14F-4D97-AF65-F5344CB8AC3E}">
        <p14:creationId xmlns:p14="http://schemas.microsoft.com/office/powerpoint/2010/main" val="570827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FADBD-0679-4EF1-94E1-7817BE2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02 / 团队成长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8F595-2923-4AED-9956-343F0E80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30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它如何赋能团队成长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2F60A-5A47-492D-BC04-DAA794F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9732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65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让每个人都能更快上手、更稳输出、更好复盘。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AC550-5ACE-4D03-B51B-4D1F9AE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新人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BDDB5-D4E1-4A95-9A3B-D39854DA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快速理解岗位、业务和制度，缩短上手周期。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25882-C6B0-4EF5-8F1A-D09D5F8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员工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E1739-258D-4CFD-A072-0548877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90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7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随时查资料、写方案、提效率，把时间用在关键工作上。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0FD26-55F0-4F08-90DE-D079319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骨干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56874-6F6F-47E5-B6E3-67EB129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沉淀方法论，复制成功经验，形成可复用打法。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12955-54D3-4661-8482-DA6889A3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4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管理者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2ECDC-F47A-4A53-B878-87384A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291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374151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依据事实和数据做判断，让决策更稳、更快。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C778D-4BA3-4E78-9A1E-F1F8FCD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425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一份知识，多次复用；一套经验，全员受益。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EC986-4C73-4D40-9ADF-98C5F50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066800"/>
            <a:ext cx="5810250" cy="3152775"/>
          </a:xfrm>
          <a:prstGeom xmlns:a="http://schemas.openxmlformats.org/drawingml/2006/main" prst="roundRect">
            <a:avLst>
              <a:gd name="adj" fmla="val 78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a0f5a2583458b"/>
          <a:srcRect xmlns:a="http://schemas.openxmlformats.org/drawingml/2006/main" l="246" t="0" r="2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1066800"/>
            <a:ext cx="5810250" cy="3152775"/>
          </a:xfrm>
          <a:prstGeom xmlns:a="http://schemas.openxmlformats.org/drawingml/2006/main" prst="roundRect">
            <a:avLst>
              <a:gd name="adj" fmla="val 785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23ED6-5D05-436D-9AEB-AB953419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91050"/>
            <a:ext cx="4000500" cy="2162175"/>
          </a:xfrm>
          <a:prstGeom xmlns:a="http://schemas.openxmlformats.org/drawingml/2006/main" prst="roundRect">
            <a:avLst>
              <a:gd name="adj" fmla="val 9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18c82d2fe4ab0"/>
          <a:srcRect xmlns:a="http://schemas.openxmlformats.org/drawingml/2006/main" l="0" t="8643" r="0" b="8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5700" y="4591050"/>
            <a:ext cx="4000500" cy="2162175"/>
          </a:xfrm>
          <a:prstGeom xmlns:a="http://schemas.openxmlformats.org/drawingml/2006/main" prst="roundRect">
            <a:avLst>
              <a:gd name="adj" fmla="val 9692"/>
            </a:avLst>
          </a:prstGeom>
        </p:spPr>
      </p:pic>
    </p:spTree>
    <p:extLst>
      <p:ext uri="{BB962C8B-B14F-4D97-AF65-F5344CB8AC3E}">
        <p14:creationId xmlns:p14="http://schemas.microsoft.com/office/powerpoint/2010/main" val="54128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59392-AB29-4B93-8237-6579794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12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03 / 驱动增长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B8988-18D1-41A2-B16A-A3354DC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285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我们如何把睿乐大脑真正用起来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0BCF2-27DA-430E-8A3E-65959402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75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先沉淀，再调用；先在高频场景跑通，再推广到更多团队。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6EA27-B55C-44D5-AE86-9E27432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EAC12-4B8A-4AC0-A438-4AAA612F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整理核心知识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3D0FD-7AD0-4686-A8AA-8FA9B854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把制度、流程、模板和案例统一沉淀。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2E7C2-101E-420D-9D2B-2217A8B6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85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E22DA-80E9-44A8-9ACC-015E69A6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养成使用习惯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A9EFF-ECE7-437D-9C99-90E52DF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717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把 AI 用到查找、写作、协作和复盘。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65505-EA36-4308-946E-1186C87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CFB7D-E6F4-4719-AEF8-6C02A90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管理层带头用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3919D-01B7-4283-B71A-F740B1E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用于分析、判断和决策，形成示范效应。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48A9B-3802-4419-975C-A672B77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43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800" b="1">
                <a:solidFill>
                  <a:srgbClr val="16A34A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D88F2-6673-4AF4-976D-9CBF948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11827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持续反馈优化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CA3E6-417F-4A13-83EB-87CD047A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200" b="0">
                <a:solidFill>
                  <a:srgbClr val="4B5563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让知识库越用越完整，越用越懂业务。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F850C-F547-4CF2-ACCF-B5F14584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defRPr>
            </a:pPr>
            <a:r>
              <a:rPr sz="1500" b="1">
                <a:solidFill>
                  <a:srgbClr val="14532D"/>
                </a:solidFill>
                <a:latin typeface="PingFang SC, Microsoft YaHei, Arial, sans-serif"/>
                <a:ea typeface="PingFang SC, Microsoft YaHei, Arial, sans-serif"/>
                <a:cs typeface="PingFang SC, Microsoft YaHei, Arial, sans-serif"/>
              </a:rPr>
              <a:t>让知识沉淀为能力，让 AI 转化为增长。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2CE6F-4A1A-42B1-8AB2-B6E92DB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0981911b84fa6"/>
          <a:srcRect xmlns:a="http://schemas.openxmlformats.org/drawingml/2006/main" l="208" t="0" r="2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4FB28-B5AD-4C8F-928A-6AD3287F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08a71a5744394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7831D-9458-41FE-BBBF-AC7EB62A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7c8ecbdf6435c"/>
          <a:srcRect xmlns:a="http://schemas.openxmlformats.org/drawingml/2006/main" l="0" t="49" r="0" b="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74876-7ABC-434B-8FF6-41100126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2562971a94b78"/>
          <a:srcRect xmlns:a="http://schemas.openxmlformats.org/drawingml/2006/main" l="0" t="8645" r="0" b="8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4210050"/>
            <a:ext cx="2590800" cy="1400175"/>
          </a:xfrm>
          <a:prstGeom xmlns:a="http://schemas.openxmlformats.org/drawingml/2006/main" prst="roundRect">
            <a:avLst>
              <a:gd name="adj" fmla="val 12245"/>
            </a:avLst>
          </a:prstGeom>
        </p:spPr>
      </p:pic>
    </p:spTree>
    <p:extLst>
      <p:ext uri="{BB962C8B-B14F-4D97-AF65-F5344CB8AC3E}">
        <p14:creationId xmlns:p14="http://schemas.microsoft.com/office/powerpoint/2010/main" val="37438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2026-08-07T15:45:00.0800000Z</dcterms:created>
  <dcterms:modified xsi:type="dcterms:W3CDTF">2026-08-07T15:45:00.0800000Z</dcterms:modified>
</coreProperties>
</file>